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b6b68144e3488c" /><Relationship Type="http://schemas.openxmlformats.org/officeDocument/2006/relationships/extended-properties" Target="/docProps/app.xml" Id="Rff02cd830f2145fb" /><Relationship Type="http://schemas.openxmlformats.org/officeDocument/2006/relationships/officeDocument" Target="/ppt/presentation.xml" Id="R3246919f765748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1f9d0327fe479b"/>
  </p:sldMasterIdLst>
  <p:notesMasterIdLst>
    <p:notesMasterId xmlns:r="http://schemas.openxmlformats.org/officeDocument/2006/relationships" r:id="Rf12c3c7dc38441e9"/>
  </p:notesMasterIdLst>
  <p:sldIdLst>
    <p:sldId xmlns:r="http://schemas.openxmlformats.org/officeDocument/2006/relationships" id="256" r:id="Rb47d6b7bce664c46"/>
    <p:sldId xmlns:r="http://schemas.openxmlformats.org/officeDocument/2006/relationships" id="257" r:id="R51dcf7e217af4342"/>
    <p:sldId xmlns:r="http://schemas.openxmlformats.org/officeDocument/2006/relationships" id="258" r:id="R8b7f3462ff9e4ffa"/>
    <p:sldId xmlns:r="http://schemas.openxmlformats.org/officeDocument/2006/relationships" id="259" r:id="R0c3c357c52644f07"/>
    <p:sldId xmlns:r="http://schemas.openxmlformats.org/officeDocument/2006/relationships" id="260" r:id="R3047db27de6c4c42"/>
    <p:sldId xmlns:r="http://schemas.openxmlformats.org/officeDocument/2006/relationships" id="261" r:id="R53c73c5855cd4576"/>
    <p:sldId xmlns:r="http://schemas.openxmlformats.org/officeDocument/2006/relationships" id="262" r:id="R44fcc885711748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d3a322e821413c" /><Relationship Type="http://schemas.openxmlformats.org/officeDocument/2006/relationships/slideMaster" Target="/ppt/slideMasters/slideMaster1.xml" Id="Ra61f9d0327fe479b" /><Relationship Type="http://schemas.openxmlformats.org/officeDocument/2006/relationships/notesMaster" Target="/ppt/notesMasters/notesMaster1.xml" Id="Rf12c3c7dc38441e9" /><Relationship Type="http://schemas.openxmlformats.org/officeDocument/2006/relationships/presProps" Target="/ppt/presProps.xml" Id="Ra73a768f26d24b51" /><Relationship Type="http://schemas.openxmlformats.org/officeDocument/2006/relationships/tableStyles" Target="/ppt/tableStyles.xml" Id="R017785266cff4135" /><Relationship Type="http://schemas.openxmlformats.org/officeDocument/2006/relationships/slide" Target="/ppt/slides/slide1.xml" Id="Rb47d6b7bce664c46" /><Relationship Type="http://schemas.openxmlformats.org/officeDocument/2006/relationships/slide" Target="/ppt/slides/slide2.xml" Id="R51dcf7e217af4342" /><Relationship Type="http://schemas.openxmlformats.org/officeDocument/2006/relationships/slide" Target="/ppt/slides/slide3.xml" Id="R8b7f3462ff9e4ffa" /><Relationship Type="http://schemas.openxmlformats.org/officeDocument/2006/relationships/slide" Target="/ppt/slides/slide4.xml" Id="R0c3c357c52644f07" /><Relationship Type="http://schemas.openxmlformats.org/officeDocument/2006/relationships/slide" Target="/ppt/slides/slide5.xml" Id="R3047db27de6c4c42" /><Relationship Type="http://schemas.openxmlformats.org/officeDocument/2006/relationships/slide" Target="/ppt/slides/slide6.xml" Id="R53c73c5855cd4576" /><Relationship Type="http://schemas.openxmlformats.org/officeDocument/2006/relationships/slide" Target="/ppt/slides/slide7.xml" Id="R44fcc885711748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8b4ed0bbe048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b8c7c2f03e464e" /><Relationship Type="http://schemas.openxmlformats.org/officeDocument/2006/relationships/notesMaster" Target="/ppt/notesMasters/notesMaster1.xml" Id="R549fd0301c5240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bb14afa0c043af" /><Relationship Type="http://schemas.openxmlformats.org/officeDocument/2006/relationships/notesMaster" Target="/ppt/notesMasters/notesMaster1.xml" Id="Rdc56ad1fe0ea4a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10fe7fe9a54a27" /><Relationship Type="http://schemas.openxmlformats.org/officeDocument/2006/relationships/notesMaster" Target="/ppt/notesMasters/notesMaster1.xml" Id="R85540fdcaad646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9e309ee8ba461d" /><Relationship Type="http://schemas.openxmlformats.org/officeDocument/2006/relationships/notesMaster" Target="/ppt/notesMasters/notesMaster1.xml" Id="Rf1ac766023d74c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1f584eb3b84f5c" /><Relationship Type="http://schemas.openxmlformats.org/officeDocument/2006/relationships/notesMaster" Target="/ppt/notesMasters/notesMaster1.xml" Id="R0b9747b882ad4f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aa0a6a1bd24c31" /><Relationship Type="http://schemas.openxmlformats.org/officeDocument/2006/relationships/notesMaster" Target="/ppt/notesMasters/notesMaster1.xml" Id="R5138c4a9423541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e86526df6b4f46" /><Relationship Type="http://schemas.openxmlformats.org/officeDocument/2006/relationships/notesMaster" Target="/ppt/notesMasters/notesMaster1.xml" Id="R434aa32473244c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de capa. Substitua título, subtítulo e metadados. Preserve o espaço amplo e um único foco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de abertura de seção. Use uma palavra ou expressão curta, sem parágrafo longo.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editorial de duas colunas. Título e explicação à esquerda, dois blocos de apoio à direita.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de achado. O gráfico desta página é uma imagem de exemplo; substitua por evidência validada ou um gráfico nativo com fonte e unidade.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de processo. Preserve os cinco estágios e diferencie conclusão dos estágios intermediários.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para aplicação visual. Substitua as imagens preservando a proporção e as legendas.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de encerramento. Mantenha apenas uma mensagem final e o domínio.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b999731e14d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44be63927f46af" /><Relationship Type="http://schemas.openxmlformats.org/officeDocument/2006/relationships/slideLayout" Target="/ppt/slideLayouts/slideLayout1.xml" Id="R5a1229e2bb2f4f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1229e2bb2f4f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d5f3034c34c53" /><Relationship Type="http://schemas.openxmlformats.org/officeDocument/2006/relationships/image" Target="/ppt/media/image.png" Id="R446244c0e7eb4c71" /><Relationship Type="http://schemas.openxmlformats.org/officeDocument/2006/relationships/image" Target="/ppt/media/image2.png" Id="R91ddaf26741a43a5" /><Relationship Type="http://schemas.openxmlformats.org/officeDocument/2006/relationships/notesSlide" Target="/ppt/notesSlides/notesSlide1.xml" Id="R5e661e835abf44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8afe721df4c7f" /><Relationship Type="http://schemas.openxmlformats.org/officeDocument/2006/relationships/image" Target="/ppt/media/image3.png" Id="R9e064deed1eb49f5" /><Relationship Type="http://schemas.openxmlformats.org/officeDocument/2006/relationships/notesSlide" Target="/ppt/notesSlides/notesSlide2.xml" Id="Rdc009874cf4044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9111112fe411c" /><Relationship Type="http://schemas.openxmlformats.org/officeDocument/2006/relationships/image" Target="/ppt/media/image4.png" Id="R9cd41aef3acd49c5" /><Relationship Type="http://schemas.openxmlformats.org/officeDocument/2006/relationships/notesSlide" Target="/ppt/notesSlides/notesSlide3.xml" Id="R5b930a31cb2043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5b51e66124638" /><Relationship Type="http://schemas.openxmlformats.org/officeDocument/2006/relationships/image" Target="/ppt/media/image5.png" Id="Rc2a866143c2d43b1" /><Relationship Type="http://schemas.openxmlformats.org/officeDocument/2006/relationships/notesSlide" Target="/ppt/notesSlides/notesSlide4.xml" Id="R5ab044f6c45e4a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befea54f342c3" /><Relationship Type="http://schemas.openxmlformats.org/officeDocument/2006/relationships/notesSlide" Target="/ppt/notesSlides/notesSlide5.xml" Id="R00aab15a58ad4e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dd31aeb794659" /><Relationship Type="http://schemas.openxmlformats.org/officeDocument/2006/relationships/image" Target="/ppt/media/image6.png" Id="R1525fb4f1fb94ef8" /><Relationship Type="http://schemas.openxmlformats.org/officeDocument/2006/relationships/image" Target="/ppt/media/image7.png" Id="Rc4b9524c81c24746" /><Relationship Type="http://schemas.openxmlformats.org/officeDocument/2006/relationships/notesSlide" Target="/ppt/notesSlides/notesSlide6.xml" Id="R4ad30e6df8b842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0ff6253b0437f" /><Relationship Type="http://schemas.openxmlformats.org/officeDocument/2006/relationships/image" Target="/ppt/media/image8.png" Id="Ra7acf3b228764ae1" /><Relationship Type="http://schemas.openxmlformats.org/officeDocument/2006/relationships/image" Target="/ppt/media/image9.png" Id="R8d44430c6ccf468f" /><Relationship Type="http://schemas.openxmlformats.org/officeDocument/2006/relationships/notesSlide" Target="/ppt/notesSlides/notesSlide7.xml" Id="R8500ac622c8e43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244c0e7eb4c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F20FB-2232-4154-9717-5520EE3D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A">
              <a:alpha val="86667"/>
            </a:srgbClr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daf26741a43a5"/>
          <a:stretch xmlns:a="http://schemas.openxmlformats.org/drawingml/2006/main"/>
        </p:blipFill>
        <p:spPr>
          <a:xfrm xmlns:a="http://schemas.openxmlformats.org/drawingml/2006/main">
            <a:off x="609600" y="580792"/>
            <a:ext cx="2381250" cy="47671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6B489-5F70-4E9B-A16B-5EA73433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C8FF"/>
                </a:solidFill>
                <a:latin typeface="Geist Mono"/>
                <a:ea typeface="Geist Mono"/>
                <a:cs typeface="Geist Mono"/>
              </a:defRPr>
            </a:pPr>
            <a:r>
              <a:rPr sz="1125" b="0">
                <a:solidFill>
                  <a:srgbClr val="5AC8FF"/>
                </a:solidFill>
                <a:latin typeface="Geist Mono"/>
                <a:ea typeface="Geist Mono"/>
                <a:cs typeface="Geist Mono"/>
              </a:rPr>
              <a:t>RAIO-X DO CONDOMÍNIO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F0739-10C5-4BE8-9699-75A9616D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Geist"/>
                <a:ea typeface="Geist"/>
                <a:cs typeface="Geist"/>
              </a:defRPr>
            </a:pPr>
            <a:r>
              <a:rPr sz="4950" b="1">
                <a:solidFill>
                  <a:srgbClr val="FFFFFF"/>
                </a:solidFill>
                <a:latin typeface="Geist"/>
                <a:ea typeface="Geist"/>
                <a:cs typeface="Geist"/>
              </a:rPr>
              <a:t>Clareza antes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Geist"/>
                <a:ea typeface="Geist"/>
                <a:cs typeface="Geist"/>
              </a:defRPr>
            </a:pPr>
            <a:r>
              <a:rPr sz="4950" b="1">
                <a:solidFill>
                  <a:srgbClr val="FFFFFF"/>
                </a:solidFill>
                <a:latin typeface="Geist"/>
                <a:ea typeface="Geist"/>
                <a:cs typeface="Geist"/>
              </a:rPr>
              <a:t>da conclusão.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26A81-A331-42BA-8DCD-FDFE9814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6EA"/>
                </a:solidFill>
                <a:latin typeface="Geist"/>
                <a:ea typeface="Geist"/>
                <a:cs typeface="Geist"/>
              </a:defRPr>
            </a:pPr>
            <a:r>
              <a:rPr sz="1425" b="0">
                <a:solidFill>
                  <a:srgbClr val="C9D6EA"/>
                </a:solidFill>
                <a:latin typeface="Geist"/>
                <a:ea typeface="Geist"/>
                <a:cs typeface="Geist"/>
              </a:rPr>
              <a:t>Título da apresentação · Data · Responsável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94DC4-079D-4669-BF55-CB98E80C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C8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31033-5E98-453E-BDAD-AF625B5D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B0D0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9AB0D0"/>
                </a:solidFill>
                <a:latin typeface="Geist Mono"/>
                <a:ea typeface="Geist Mono"/>
                <a:cs typeface="Geist Mono"/>
              </a:rPr>
              <a:t>CONDO NINJA · TEMPLATE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86199-A1F8-4134-BADE-7556EB4E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B0D0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9AB0D0"/>
                </a:solidFill>
                <a:latin typeface="Geist Mono"/>
                <a:ea typeface="Geist Mono"/>
                <a:cs typeface="Geist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7561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5AC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E1555-656C-4D85-B0E1-BD77FC2F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A4D"/>
                </a:solidFill>
                <a:latin typeface="Geist Mono"/>
                <a:ea typeface="Geist Mono"/>
                <a:cs typeface="Geist Mono"/>
              </a:defRPr>
            </a:pPr>
            <a:r>
              <a:rPr sz="1350" b="0">
                <a:solidFill>
                  <a:srgbClr val="172A4D"/>
                </a:solidFill>
                <a:latin typeface="Geist Mono"/>
                <a:ea typeface="Geist Mono"/>
                <a:cs typeface="Geist Mon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54809-291A-459E-8600-8CF7CD63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923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870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50B1A"/>
                </a:solidFill>
                <a:latin typeface="Geist"/>
                <a:ea typeface="Geist"/>
                <a:cs typeface="Geist"/>
              </a:defRPr>
            </a:pPr>
            <a:r>
              <a:rPr sz="6150" b="1">
                <a:solidFill>
                  <a:srgbClr val="050B1A"/>
                </a:solidFill>
                <a:latin typeface="Geist"/>
                <a:ea typeface="Geist"/>
                <a:cs typeface="Geist"/>
              </a:rPr>
              <a:t>Seção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75A1B-9D14-4F09-9AA3-9D40A3FA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A4D"/>
                </a:solidFill>
                <a:latin typeface="Geist"/>
                <a:ea typeface="Geist"/>
                <a:cs typeface="Geist"/>
              </a:defRPr>
            </a:pPr>
            <a:r>
              <a:rPr sz="1875" b="0">
                <a:solidFill>
                  <a:srgbClr val="172A4D"/>
                </a:solidFill>
                <a:latin typeface="Geist"/>
                <a:ea typeface="Geist"/>
                <a:cs typeface="Geist"/>
              </a:rPr>
              <a:t>Uma frase curta que prepara o próximo assunto.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64deed1eb49f5"/>
          <a:stretch xmlns:a="http://schemas.openxmlformats.org/drawingml/2006/main"/>
        </p:blipFill>
        <p:spPr>
          <a:xfrm xmlns:a="http://schemas.openxmlformats.org/drawingml/2006/main">
            <a:off x="9815513" y="3286125"/>
            <a:ext cx="1371600" cy="1714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88BD8-654E-4DDC-BF4B-09AFA5E9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2A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29132-06CB-48FE-90C6-DA8E6C05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4507F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34507F"/>
                </a:solidFill>
                <a:latin typeface="Geist Mono"/>
                <a:ea typeface="Geist Mono"/>
                <a:cs typeface="Geist Mono"/>
              </a:rPr>
              <a:t>CONDO NINJA · TEMPLATE 16:9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8A9E7-2071-436C-B28B-EB24AE8E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4507F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34507F"/>
                </a:solidFill>
                <a:latin typeface="Geist Mono"/>
                <a:ea typeface="Geist Mono"/>
                <a:cs typeface="Geist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3583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41aef3acd49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64241-B7F2-49D7-9852-6A9F178F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B6BFF"/>
                </a:solidFill>
                <a:latin typeface="Geist Mono"/>
                <a:ea typeface="Geist Mono"/>
                <a:cs typeface="Geist Mono"/>
              </a:defRPr>
            </a:pPr>
            <a:r>
              <a:rPr sz="975" b="0">
                <a:solidFill>
                  <a:srgbClr val="1B6BFF"/>
                </a:solidFill>
                <a:latin typeface="Geist Mono"/>
                <a:ea typeface="Geist Mono"/>
                <a:cs typeface="Geist Mono"/>
              </a:rPr>
              <a:t>INSIGHT CENTRAL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728E0-918A-4343-BDED-00265CD5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523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50B1A"/>
                </a:solidFill>
                <a:latin typeface="Geist"/>
                <a:ea typeface="Geist"/>
                <a:cs typeface="Geist"/>
              </a:defRPr>
            </a:pPr>
            <a:r>
              <a:rPr sz="4050" b="1">
                <a:solidFill>
                  <a:srgbClr val="050B1A"/>
                </a:solidFill>
                <a:latin typeface="Geist"/>
                <a:ea typeface="Geist"/>
                <a:cs typeface="Geist"/>
              </a:rPr>
              <a:t>Um título direto</a:t>
            </a:r>
          </a:p>
          <a:p xmlns:a="http://schemas.openxmlformats.org/drawingml/2006/main">
            <a:pPr algn="l">
              <a:defRPr sz="4050" b="1">
                <a:solidFill>
                  <a:srgbClr val="050B1A"/>
                </a:solidFill>
                <a:latin typeface="Geist"/>
                <a:ea typeface="Geist"/>
                <a:cs typeface="Geist"/>
              </a:defRPr>
            </a:pPr>
            <a:r>
              <a:rPr sz="4050" b="1">
                <a:solidFill>
                  <a:srgbClr val="050B1A"/>
                </a:solidFill>
                <a:latin typeface="Geist"/>
                <a:ea typeface="Geist"/>
                <a:cs typeface="Geist"/>
              </a:rPr>
              <a:t>em até duas linhas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527CD-30A9-45FD-BDD7-108EF971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4507F"/>
                </a:solidFill>
                <a:latin typeface="Geist"/>
                <a:ea typeface="Geist"/>
                <a:cs typeface="Geist"/>
              </a:defRPr>
            </a:pPr>
            <a:r>
              <a:rPr sz="1725" b="0">
                <a:solidFill>
                  <a:srgbClr val="34507F"/>
                </a:solidFill>
                <a:latin typeface="Geist"/>
                <a:ea typeface="Geist"/>
                <a:cs typeface="Geist"/>
              </a:rPr>
              <a:t>Use este espaço para explicar o ponto principal com linguagem simples. Corte o que não altera a decisão do público.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439A8-06AA-4321-9C03-60BACA54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76300"/>
            <a:ext cx="0" cy="476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05090-E983-4A08-BDA8-2E93C9D0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257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6BFF"/>
                </a:solidFill>
                <a:latin typeface="Geist Mono"/>
                <a:ea typeface="Geist Mono"/>
                <a:cs typeface="Geist Mono"/>
              </a:defRPr>
            </a:pPr>
            <a:r>
              <a:rPr sz="900" b="0">
                <a:solidFill>
                  <a:srgbClr val="1B6BFF"/>
                </a:solidFill>
                <a:latin typeface="Geist Mono"/>
                <a:ea typeface="Geist Mono"/>
                <a:cs typeface="Geist Mono"/>
              </a:rPr>
              <a:t>PONTO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C8CF8-0795-4039-97E5-2DBE0728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B1A"/>
                </a:solidFill>
                <a:latin typeface="Geist"/>
                <a:ea typeface="Geist"/>
                <a:cs typeface="Geist"/>
              </a:defRPr>
            </a:pPr>
            <a:r>
              <a:rPr sz="2250" b="1">
                <a:solidFill>
                  <a:srgbClr val="050B1A"/>
                </a:solidFill>
                <a:latin typeface="Geist"/>
                <a:ea typeface="Geist"/>
                <a:cs typeface="Geist"/>
              </a:rPr>
              <a:t>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965F3-C779-4BC4-A8A9-E442F432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507F"/>
                </a:solidFill>
                <a:latin typeface="Geist"/>
                <a:ea typeface="Geist"/>
                <a:cs typeface="Geist"/>
              </a:defRPr>
            </a:pPr>
            <a:r>
              <a:rPr sz="1350" b="0">
                <a:solidFill>
                  <a:srgbClr val="34507F"/>
                </a:solidFill>
                <a:latin typeface="Geist"/>
                <a:ea typeface="Geist"/>
                <a:cs typeface="Geist"/>
              </a:rPr>
              <a:t>Explique a fonte, o período e o que a evidência permite afirmar.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B3300-53CC-4DA2-ABCC-A10044EF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6BFF"/>
                </a:solidFill>
                <a:latin typeface="Geist Mono"/>
                <a:ea typeface="Geist Mono"/>
                <a:cs typeface="Geist Mono"/>
              </a:defRPr>
            </a:pPr>
            <a:r>
              <a:rPr sz="900" b="0">
                <a:solidFill>
                  <a:srgbClr val="1B6BFF"/>
                </a:solidFill>
                <a:latin typeface="Geist Mono"/>
                <a:ea typeface="Geist Mono"/>
                <a:cs typeface="Geist Mono"/>
              </a:rPr>
              <a:t>PONTO 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E13CB-8680-47CE-9814-310B8CF1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0B1A"/>
                </a:solidFill>
                <a:latin typeface="Geist"/>
                <a:ea typeface="Geist"/>
                <a:cs typeface="Geist"/>
              </a:defRPr>
            </a:pPr>
            <a:r>
              <a:rPr sz="2250" b="1">
                <a:solidFill>
                  <a:srgbClr val="050B1A"/>
                </a:solidFill>
                <a:latin typeface="Geist"/>
                <a:ea typeface="Geist"/>
                <a:cs typeface="Geist"/>
              </a:rPr>
              <a:t>Próximo passo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F9E76-F1DE-49A7-AB2C-74D9E3EF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38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507F"/>
                </a:solidFill>
                <a:latin typeface="Geist"/>
                <a:ea typeface="Geist"/>
                <a:cs typeface="Geist"/>
              </a:defRPr>
            </a:pPr>
            <a:r>
              <a:rPr sz="1350" b="0">
                <a:solidFill>
                  <a:srgbClr val="34507F"/>
                </a:solidFill>
                <a:latin typeface="Geist"/>
                <a:ea typeface="Geist"/>
                <a:cs typeface="Geist"/>
              </a:rPr>
              <a:t>Termine com uma pergunta, verificação ou ação proporcional.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0A42D-BACB-48CF-AF1B-B0FD353C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4507F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34507F"/>
                </a:solidFill>
                <a:latin typeface="Geist Mono"/>
                <a:ea typeface="Geist Mono"/>
                <a:cs typeface="Geist Mono"/>
              </a:rPr>
              <a:t>CONDO NINJA · TEMPLATE 16:9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EEA5A-1C1F-49F4-B27E-1401CBC3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4507F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34507F"/>
                </a:solidFill>
                <a:latin typeface="Geist Mono"/>
                <a:ea typeface="Geist Mono"/>
                <a:cs typeface="Geist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52052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E8D5C6-32C1-4758-85B2-32189545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6BFF"/>
                </a:solidFill>
                <a:latin typeface="Geist Mono"/>
                <a:ea typeface="Geist Mono"/>
                <a:cs typeface="Geist Mono"/>
              </a:defRPr>
            </a:pPr>
            <a:r>
              <a:rPr sz="900" b="0">
                <a:solidFill>
                  <a:srgbClr val="1B6BFF"/>
                </a:solidFill>
                <a:latin typeface="Geist Mono"/>
                <a:ea typeface="Geist Mono"/>
                <a:cs typeface="Geist Mono"/>
              </a:rPr>
              <a:t>ACHADO 04 · EXEMPLO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587B7-04DF-4660-88F6-3F5A039D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341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0B1A"/>
                </a:solidFill>
                <a:latin typeface="Geist"/>
                <a:ea typeface="Geist"/>
                <a:cs typeface="Geist"/>
              </a:defRPr>
            </a:pPr>
            <a:r>
              <a:rPr sz="3300" b="1">
                <a:solidFill>
                  <a:srgbClr val="050B1A"/>
                </a:solidFill>
                <a:latin typeface="Geist"/>
                <a:ea typeface="Geist"/>
                <a:cs typeface="Geist"/>
              </a:rPr>
              <a:t>Contrato de elevadores</a:t>
            </a:r>
          </a:p>
          <a:p xmlns:a="http://schemas.openxmlformats.org/drawingml/2006/main">
            <a:pPr algn="l">
              <a:defRPr sz="3300" b="1">
                <a:solidFill>
                  <a:srgbClr val="050B1A"/>
                </a:solidFill>
                <a:latin typeface="Geist"/>
                <a:ea typeface="Geist"/>
                <a:cs typeface="Geist"/>
              </a:defRPr>
            </a:pPr>
            <a:r>
              <a:rPr sz="3300" b="1">
                <a:solidFill>
                  <a:srgbClr val="050B1A"/>
                </a:solidFill>
                <a:latin typeface="Geist"/>
                <a:ea typeface="Geist"/>
                <a:cs typeface="Geist"/>
              </a:rPr>
              <a:t>acima da faixa observada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866143c2d43b1"/>
          <a:stretch xmlns:a="http://schemas.openxmlformats.org/drawingml/2006/main"/>
        </p:blipFill>
        <p:spPr>
          <a:xfrm xmlns:a="http://schemas.openxmlformats.org/drawingml/2006/main">
            <a:off x="1019175" y="2095500"/>
            <a:ext cx="6400800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E9783-63E9-4AA9-B93F-0B23A809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23950"/>
            <a:ext cx="3333750" cy="4857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50B1A"/>
          </a:solidFill>
          <a:ln xmlns:a="http://schemas.openxmlformats.org/drawingml/2006/main" w="9525">
            <a:solidFill>
              <a:srgbClr val="172A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7A0DA-3D18-4EDB-B4AD-4C27152D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478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C8FF"/>
                </a:solidFill>
                <a:latin typeface="Geist Mono"/>
                <a:ea typeface="Geist Mono"/>
                <a:cs typeface="Geist Mono"/>
              </a:defRPr>
            </a:pPr>
            <a:r>
              <a:rPr sz="900" b="0">
                <a:solidFill>
                  <a:srgbClr val="5AC8FF"/>
                </a:solidFill>
                <a:latin typeface="Geist Mono"/>
                <a:ea typeface="Geist Mono"/>
                <a:cs typeface="Geist Mono"/>
              </a:rPr>
              <a:t>EVIDÊNCIAS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EBEFA-DDE7-4D97-8EAD-1F14AD66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4C156-C218-4676-9922-B92B5937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Geist"/>
                <a:ea typeface="Geist"/>
                <a:cs typeface="Geist"/>
              </a:defRPr>
            </a:pPr>
            <a:r>
              <a:rPr sz="1275" b="1">
                <a:solidFill>
                  <a:srgbClr val="FFFFFF"/>
                </a:solidFill>
                <a:latin typeface="Geist"/>
                <a:ea typeface="Geist"/>
                <a:cs typeface="Geist"/>
              </a:rPr>
              <a:t>Contrato atual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13F75-1F25-43FA-829E-6AE5AF26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B0D0"/>
                </a:solidFill>
                <a:latin typeface="Geist Mono"/>
                <a:ea typeface="Geist Mono"/>
                <a:cs typeface="Geist Mono"/>
              </a:defRPr>
            </a:pPr>
            <a:r>
              <a:rPr sz="825" b="0">
                <a:solidFill>
                  <a:srgbClr val="9AB0D0"/>
                </a:solidFill>
                <a:latin typeface="Geist Mono"/>
                <a:ea typeface="Geist Mono"/>
                <a:cs typeface="Geist Mono"/>
              </a:rPr>
              <a:t>Confirmado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584FD-12E9-4548-9262-256B841A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90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D3955-BE4A-409C-9EFD-E84FB7C9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43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Geist"/>
                <a:ea typeface="Geist"/>
                <a:cs typeface="Geist"/>
              </a:defRPr>
            </a:pPr>
            <a:r>
              <a:rPr sz="1275" b="1">
                <a:solidFill>
                  <a:srgbClr val="FFFFFF"/>
                </a:solidFill>
                <a:latin typeface="Geist"/>
                <a:ea typeface="Geist"/>
                <a:cs typeface="Geist"/>
              </a:rPr>
              <a:t>12 notas fiscais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CA515-519E-42C7-91C9-FC1F0BC6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B0D0"/>
                </a:solidFill>
                <a:latin typeface="Geist Mono"/>
                <a:ea typeface="Geist Mono"/>
                <a:cs typeface="Geist Mono"/>
              </a:defRPr>
            </a:pPr>
            <a:r>
              <a:rPr sz="825" b="0">
                <a:solidFill>
                  <a:srgbClr val="9AB0D0"/>
                </a:solidFill>
                <a:latin typeface="Geist Mono"/>
                <a:ea typeface="Geist Mono"/>
                <a:cs typeface="Geist Mono"/>
              </a:rPr>
              <a:t>Confirmado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80A31-4CDA-4B08-AFC3-3C1D6AAD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33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7716F-F334-4146-B1DD-EA90544E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86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Geist"/>
                <a:ea typeface="Geist"/>
                <a:cs typeface="Geist"/>
              </a:defRPr>
            </a:pPr>
            <a:r>
              <a:rPr sz="1275" b="1">
                <a:solidFill>
                  <a:srgbClr val="FFFFFF"/>
                </a:solidFill>
                <a:latin typeface="Geist"/>
                <a:ea typeface="Geist"/>
                <a:cs typeface="Geist"/>
              </a:rPr>
              <a:t>3 cotações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9225B-1F29-437B-823E-AE88D425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528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B0D0"/>
                </a:solidFill>
                <a:latin typeface="Geist Mono"/>
                <a:ea typeface="Geist Mono"/>
                <a:cs typeface="Geist Mono"/>
              </a:defRPr>
            </a:pPr>
            <a:r>
              <a:rPr sz="825" b="0">
                <a:solidFill>
                  <a:srgbClr val="9AB0D0"/>
                </a:solidFill>
                <a:latin typeface="Geist Mono"/>
                <a:ea typeface="Geist Mono"/>
                <a:cs typeface="Geist Mono"/>
              </a:rPr>
              <a:t>Parcial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470BC-E8B4-4B6D-BEF5-D865BE70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B9D29D-B1CD-4CEA-9A31-0434A6EE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Geist"/>
                <a:ea typeface="Geist"/>
                <a:cs typeface="Geist"/>
              </a:defRPr>
            </a:pPr>
            <a:r>
              <a:rPr sz="1275" b="1">
                <a:solidFill>
                  <a:srgbClr val="FFFFFF"/>
                </a:solidFill>
                <a:latin typeface="Geist"/>
                <a:ea typeface="Geist"/>
                <a:cs typeface="Geist"/>
              </a:rPr>
              <a:t>Escopo técnico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AF38D-08CF-4322-A930-E0C26E46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B0D0"/>
                </a:solidFill>
                <a:latin typeface="Geist Mono"/>
                <a:ea typeface="Geist Mono"/>
                <a:cs typeface="Geist Mono"/>
              </a:defRPr>
            </a:pPr>
            <a:r>
              <a:rPr sz="825" b="0">
                <a:solidFill>
                  <a:srgbClr val="9AB0D0"/>
                </a:solidFill>
                <a:latin typeface="Geist Mono"/>
                <a:ea typeface="Geist Mono"/>
                <a:cs typeface="Geist Mono"/>
              </a:rPr>
              <a:t>Ausente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24EEF-2DC9-4175-B3D0-CC902FD4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2A4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DBAD5-CECB-4D42-AFDB-873824AB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768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B0D0"/>
                </a:solidFill>
                <a:latin typeface="Geist Mono"/>
                <a:ea typeface="Geist Mono"/>
                <a:cs typeface="Geist Mono"/>
              </a:defRPr>
            </a:pPr>
            <a:r>
              <a:rPr sz="825" b="0">
                <a:solidFill>
                  <a:srgbClr val="9AB0D0"/>
                </a:solidFill>
                <a:latin typeface="Geist Mono"/>
                <a:ea typeface="Geist Mono"/>
                <a:cs typeface="Geist Mono"/>
              </a:rPr>
              <a:t>CONFIANÇA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FB39B-4168-460E-A933-EF6DC481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054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C453"/>
                </a:solidFill>
                <a:latin typeface="Geist Mono"/>
                <a:ea typeface="Geist Mono"/>
                <a:cs typeface="Geist Mono"/>
              </a:defRPr>
            </a:pPr>
            <a:r>
              <a:rPr sz="1800" b="0">
                <a:solidFill>
                  <a:srgbClr val="F6C453"/>
                </a:solidFill>
                <a:latin typeface="Geist Mono"/>
                <a:ea typeface="Geist Mono"/>
                <a:cs typeface="Geist Mono"/>
              </a:rPr>
              <a:t>MÉDIA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A61A26-A7E4-426E-86BA-275CF613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4507F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34507F"/>
                </a:solidFill>
                <a:latin typeface="Geist Mono"/>
                <a:ea typeface="Geist Mono"/>
                <a:cs typeface="Geist Mono"/>
              </a:rPr>
              <a:t>CONDO NINJA · TEMPLATE 16:9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15296-BBB0-455A-9184-BC85C7E9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4507F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34507F"/>
                </a:solidFill>
                <a:latin typeface="Geist Mono"/>
                <a:ea typeface="Geist Mono"/>
                <a:cs typeface="Geist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32151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9A21D4-CB85-4634-9EF6-3F832C5D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6BFF"/>
                </a:solidFill>
                <a:latin typeface="Geist Mono"/>
                <a:ea typeface="Geist Mono"/>
                <a:cs typeface="Geist Mono"/>
              </a:defRPr>
            </a:pPr>
            <a:r>
              <a:rPr sz="900" b="0">
                <a:solidFill>
                  <a:srgbClr val="1B6BFF"/>
                </a:solidFill>
                <a:latin typeface="Geist Mono"/>
                <a:ea typeface="Geist Mono"/>
                <a:cs typeface="Geist Mono"/>
              </a:rPr>
              <a:t>MÉTODO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EA03E-FA3C-47BB-ABAC-EB6AD08F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50B1A"/>
                </a:solidFill>
                <a:latin typeface="Geist"/>
                <a:ea typeface="Geist"/>
                <a:cs typeface="Geist"/>
              </a:defRPr>
            </a:pPr>
            <a:r>
              <a:rPr sz="3900" b="1">
                <a:solidFill>
                  <a:srgbClr val="050B1A"/>
                </a:solidFill>
                <a:latin typeface="Geist"/>
                <a:ea typeface="Geist"/>
                <a:cs typeface="Geist"/>
              </a:rPr>
              <a:t>Do registro à conclusão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07405-8291-40F0-A9BE-E55774A2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952625" cy="2190750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4289A-23F6-4BFB-A902-84AB541E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6BFF"/>
                </a:solidFill>
                <a:latin typeface="Geist Mono"/>
                <a:ea typeface="Geist Mono"/>
                <a:cs typeface="Geist Mono"/>
              </a:defRPr>
            </a:pPr>
            <a:r>
              <a:rPr sz="900" b="0">
                <a:solidFill>
                  <a:srgbClr val="1B6BFF"/>
                </a:solidFill>
                <a:latin typeface="Geist Mono"/>
                <a:ea typeface="Geist Mono"/>
                <a:cs typeface="Geist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21188-7625-4346-8AB1-9BB15E6C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B1A"/>
                </a:solidFill>
                <a:latin typeface="Geist"/>
                <a:ea typeface="Geist"/>
                <a:cs typeface="Geist"/>
              </a:defRPr>
            </a:pPr>
            <a:r>
              <a:rPr sz="1875" b="1">
                <a:solidFill>
                  <a:srgbClr val="050B1A"/>
                </a:solidFill>
                <a:latin typeface="Geist"/>
                <a:ea typeface="Geist"/>
                <a:cs typeface="Geist"/>
              </a:rPr>
              <a:t>Dado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E84DE-CE09-4128-AAA5-A5F06CEC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507F"/>
                </a:solidFill>
                <a:latin typeface="Geist"/>
                <a:ea typeface="Geist"/>
                <a:cs typeface="Geist"/>
              </a:defRPr>
            </a:pPr>
            <a:r>
              <a:rPr sz="1125" b="0">
                <a:solidFill>
                  <a:srgbClr val="34507F"/>
                </a:solidFill>
                <a:latin typeface="Geist"/>
                <a:ea typeface="Geist"/>
                <a:cs typeface="Geist"/>
              </a:rPr>
              <a:t>Registro observado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C8992-63A7-4B82-849E-57C12756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81375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C8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E383A-32E0-4A2A-9A3F-24C816F0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86000"/>
            <a:ext cx="1952625" cy="2190750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E6B7F-AB3D-4A93-BAC4-F9717E61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765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6BFF"/>
                </a:solidFill>
                <a:latin typeface="Geist Mono"/>
                <a:ea typeface="Geist Mono"/>
                <a:cs typeface="Geist Mono"/>
              </a:defRPr>
            </a:pPr>
            <a:r>
              <a:rPr sz="900" b="0">
                <a:solidFill>
                  <a:srgbClr val="1B6BFF"/>
                </a:solidFill>
                <a:latin typeface="Geist Mono"/>
                <a:ea typeface="Geist Mono"/>
                <a:cs typeface="Geist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25B0F-47E2-4BEE-B71E-9826233A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289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B1A"/>
                </a:solidFill>
                <a:latin typeface="Geist"/>
                <a:ea typeface="Geist"/>
                <a:cs typeface="Geist"/>
              </a:defRPr>
            </a:pPr>
            <a:r>
              <a:rPr sz="1875" b="1">
                <a:solidFill>
                  <a:srgbClr val="050B1A"/>
                </a:solidFill>
                <a:latin typeface="Geist"/>
                <a:ea typeface="Geist"/>
                <a:cs typeface="Geist"/>
              </a:rPr>
              <a:t>Sinal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660D0-C561-4814-BE9F-CC664F83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3855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507F"/>
                </a:solidFill>
                <a:latin typeface="Geist"/>
                <a:ea typeface="Geist"/>
                <a:cs typeface="Geist"/>
              </a:defRPr>
            </a:pPr>
            <a:r>
              <a:rPr sz="1125" b="0">
                <a:solidFill>
                  <a:srgbClr val="34507F"/>
                </a:solidFill>
                <a:latin typeface="Geist"/>
                <a:ea typeface="Geist"/>
                <a:cs typeface="Geist"/>
              </a:rPr>
              <a:t>Algo merece atenção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02491-59A4-4816-B5B8-D37ABDFF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81375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C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732EE-FD52-4F8E-904A-064AE264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86000"/>
            <a:ext cx="1952625" cy="2190750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36B85-A19B-4D79-BDD5-4386B942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6BFF"/>
                </a:solidFill>
                <a:latin typeface="Geist Mono"/>
                <a:ea typeface="Geist Mono"/>
                <a:cs typeface="Geist Mono"/>
              </a:defRPr>
            </a:pPr>
            <a:r>
              <a:rPr sz="900" b="0">
                <a:solidFill>
                  <a:srgbClr val="1B6BFF"/>
                </a:solidFill>
                <a:latin typeface="Geist Mono"/>
                <a:ea typeface="Geist Mono"/>
                <a:cs typeface="Geist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9674F1-D586-45DF-A0FE-2868B284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B1A"/>
                </a:solidFill>
                <a:latin typeface="Geist"/>
                <a:ea typeface="Geist"/>
                <a:cs typeface="Geist"/>
              </a:defRPr>
            </a:pPr>
            <a:r>
              <a:rPr sz="1875" b="1">
                <a:solidFill>
                  <a:srgbClr val="050B1A"/>
                </a:solidFill>
                <a:latin typeface="Geist"/>
                <a:ea typeface="Geist"/>
                <a:cs typeface="Geist"/>
              </a:rPr>
              <a:t>Hipótese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26277-5237-4015-93EC-8F2F99C0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3855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507F"/>
                </a:solidFill>
                <a:latin typeface="Geist"/>
                <a:ea typeface="Geist"/>
                <a:cs typeface="Geist"/>
              </a:defRPr>
            </a:pPr>
            <a:r>
              <a:rPr sz="1125" b="0">
                <a:solidFill>
                  <a:srgbClr val="34507F"/>
                </a:solidFill>
                <a:latin typeface="Geist"/>
                <a:ea typeface="Geist"/>
                <a:cs typeface="Geist"/>
              </a:rPr>
              <a:t>Explicação a testar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5E2A4-4D31-4CA7-8423-D1D18260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381375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C8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7CAA7-194F-4E4F-B102-1EAC78D6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86000"/>
            <a:ext cx="1952625" cy="2190750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2F154-9EF5-4798-9DCF-5CE17876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765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6BFF"/>
                </a:solidFill>
                <a:latin typeface="Geist Mono"/>
                <a:ea typeface="Geist Mono"/>
                <a:cs typeface="Geist Mono"/>
              </a:defRPr>
            </a:pPr>
            <a:r>
              <a:rPr sz="900" b="0">
                <a:solidFill>
                  <a:srgbClr val="1B6BFF"/>
                </a:solidFill>
                <a:latin typeface="Geist Mono"/>
                <a:ea typeface="Geist Mono"/>
                <a:cs typeface="Geist Mon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7E89B4-B40D-44DC-8749-AB4274C5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289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B1A"/>
                </a:solidFill>
                <a:latin typeface="Geist"/>
                <a:ea typeface="Geist"/>
                <a:cs typeface="Geist"/>
              </a:defRPr>
            </a:pPr>
            <a:r>
              <a:rPr sz="1875" b="1">
                <a:solidFill>
                  <a:srgbClr val="050B1A"/>
                </a:solidFill>
                <a:latin typeface="Geist"/>
                <a:ea typeface="Geist"/>
                <a:cs typeface="Geist"/>
              </a:rPr>
              <a:t>Evidência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6B19C-15F0-4670-A035-B744A02E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3855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507F"/>
                </a:solidFill>
                <a:latin typeface="Geist"/>
                <a:ea typeface="Geist"/>
                <a:cs typeface="Geist"/>
              </a:defRPr>
            </a:pPr>
            <a:r>
              <a:rPr sz="1125" b="0">
                <a:solidFill>
                  <a:srgbClr val="34507F"/>
                </a:solidFill>
                <a:latin typeface="Geist"/>
                <a:ea typeface="Geist"/>
                <a:cs typeface="Geist"/>
              </a:rPr>
              <a:t>Fonte que sustenta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300E42-F73D-4E0A-8085-3821EAE5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81375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C8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AFFFA2-0FA2-498D-A0E7-1D0558EF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1952625" cy="2190750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050B1A"/>
          </a:solidFill>
          <a:ln xmlns:a="http://schemas.openxmlformats.org/drawingml/2006/main" w="9525">
            <a:solidFill>
              <a:srgbClr val="050B1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58402D-B01A-4545-9D55-458EF051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765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C8FF"/>
                </a:solidFill>
                <a:latin typeface="Geist Mono"/>
                <a:ea typeface="Geist Mono"/>
                <a:cs typeface="Geist Mono"/>
              </a:defRPr>
            </a:pPr>
            <a:r>
              <a:rPr sz="900" b="0">
                <a:solidFill>
                  <a:srgbClr val="5AC8FF"/>
                </a:solidFill>
                <a:latin typeface="Geist Mono"/>
                <a:ea typeface="Geist Mono"/>
                <a:cs typeface="Geist Mono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425439-1EA3-4A82-A5BB-12E74A88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289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Geist"/>
                <a:ea typeface="Geist"/>
                <a:cs typeface="Geist"/>
              </a:defRPr>
            </a:pPr>
            <a:r>
              <a:rPr sz="1875" b="1">
                <a:solidFill>
                  <a:srgbClr val="FFFFFF"/>
                </a:solidFill>
                <a:latin typeface="Geist"/>
                <a:ea typeface="Geist"/>
                <a:cs typeface="Geist"/>
              </a:rPr>
              <a:t>Conclusão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382770-DFF4-4ABD-8A1D-38B9BB43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6EA"/>
                </a:solidFill>
                <a:latin typeface="Geist"/>
                <a:ea typeface="Geist"/>
                <a:cs typeface="Geist"/>
              </a:defRPr>
            </a:pPr>
            <a:r>
              <a:rPr sz="1125" b="0">
                <a:solidFill>
                  <a:srgbClr val="C9D6EA"/>
                </a:solidFill>
                <a:latin typeface="Geist"/>
                <a:ea typeface="Geist"/>
                <a:cs typeface="Geist"/>
              </a:rPr>
              <a:t>Leitura proporcional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2AAD1D-F14A-49AD-9B96-89740538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6865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7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80ECD3-2903-42E4-BE09-42C53220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A4D"/>
                </a:solidFill>
                <a:latin typeface="Geist"/>
                <a:ea typeface="Geist"/>
                <a:cs typeface="Geist"/>
              </a:defRPr>
            </a:pPr>
            <a:r>
              <a:rPr sz="1275" b="1">
                <a:solidFill>
                  <a:srgbClr val="172A4D"/>
                </a:solidFill>
                <a:latin typeface="Geist"/>
                <a:ea typeface="Geist"/>
                <a:cs typeface="Geist"/>
              </a:rPr>
              <a:t>Automação apoia a análise. Conclusões exigem evidência e avaliação humana.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F9E6FC-D763-4181-857F-D134551B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4507F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34507F"/>
                </a:solidFill>
                <a:latin typeface="Geist Mono"/>
                <a:ea typeface="Geist Mono"/>
                <a:cs typeface="Geist Mono"/>
              </a:rPr>
              <a:t>CONDO NINJA · TEMPLATE 16:9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4BA932-AFA4-4D49-8FAB-0AE64BA8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4507F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34507F"/>
                </a:solidFill>
                <a:latin typeface="Geist Mono"/>
                <a:ea typeface="Geist Mono"/>
                <a:cs typeface="Geist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69771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6EBBC-43E8-4783-8FA2-02A34680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C8FF"/>
                </a:solidFill>
                <a:latin typeface="Geist Mono"/>
                <a:ea typeface="Geist Mono"/>
                <a:cs typeface="Geist Mono"/>
              </a:defRPr>
            </a:pPr>
            <a:r>
              <a:rPr sz="900" b="0">
                <a:solidFill>
                  <a:srgbClr val="5AC8FF"/>
                </a:solidFill>
                <a:latin typeface="Geist Mono"/>
                <a:ea typeface="Geist Mono"/>
                <a:cs typeface="Geist Mono"/>
              </a:rPr>
              <a:t>APLICAÇÃO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0ABEC-D705-494C-88EB-D6FB9F6F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Geist"/>
                <a:ea typeface="Geist"/>
                <a:cs typeface="Geist"/>
              </a:defRPr>
            </a:pPr>
            <a:r>
              <a:rPr sz="3900" b="1">
                <a:solidFill>
                  <a:srgbClr val="FFFFFF"/>
                </a:solidFill>
                <a:latin typeface="Geist"/>
                <a:ea typeface="Geist"/>
                <a:cs typeface="Geist"/>
              </a:rPr>
              <a:t>O sistema em uso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5fb4f1fb94ef8"/>
          <a:stretch xmlns:a="http://schemas.openxmlformats.org/drawingml/2006/main"/>
        </p:blipFill>
        <p:spPr>
          <a:xfrm xmlns:a="http://schemas.openxmlformats.org/drawingml/2006/main">
            <a:off x="571500" y="1828800"/>
            <a:ext cx="7239000" cy="452437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9524c81c24746"/>
          <a:stretch xmlns:a="http://schemas.openxmlformats.org/drawingml/2006/main"/>
        </p:blipFill>
        <p:spPr>
          <a:xfrm xmlns:a="http://schemas.openxmlformats.org/drawingml/2006/main">
            <a:off x="8382000" y="2221092"/>
            <a:ext cx="2381250" cy="336831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E6242-556A-49B4-87C1-DD87635F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B0D0"/>
                </a:solidFill>
                <a:latin typeface="Geist Mono"/>
                <a:ea typeface="Geist Mono"/>
                <a:cs typeface="Geist Mono"/>
              </a:defRPr>
            </a:pPr>
            <a:r>
              <a:rPr sz="825" b="0">
                <a:solidFill>
                  <a:srgbClr val="9AB0D0"/>
                </a:solidFill>
                <a:latin typeface="Geist Mono"/>
                <a:ea typeface="Geist Mono"/>
                <a:cs typeface="Geist Mono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DD7D4-EA9F-4556-AAD2-98A31302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1817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B0D0"/>
                </a:solidFill>
                <a:latin typeface="Geist Mono"/>
                <a:ea typeface="Geist Mono"/>
                <a:cs typeface="Geist Mono"/>
              </a:defRPr>
            </a:pPr>
            <a:r>
              <a:rPr sz="825" b="0">
                <a:solidFill>
                  <a:srgbClr val="9AB0D0"/>
                </a:solidFill>
                <a:latin typeface="Geist Mono"/>
                <a:ea typeface="Geist Mono"/>
                <a:cs typeface="Geist Mono"/>
              </a:rPr>
              <a:t>Relatório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9D9C4-BF97-48C2-8087-73978E3C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B0D0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9AB0D0"/>
                </a:solidFill>
                <a:latin typeface="Geist Mono"/>
                <a:ea typeface="Geist Mono"/>
                <a:cs typeface="Geist Mono"/>
              </a:rPr>
              <a:t>CONDO NINJA · TEMPLATE 16:9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12548-B343-40F6-B40D-DAC306BD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B0D0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9AB0D0"/>
                </a:solidFill>
                <a:latin typeface="Geist Mono"/>
                <a:ea typeface="Geist Mono"/>
                <a:cs typeface="Geist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76384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cf3b228764a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1AFE2-381F-45EF-A745-D8862E50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A">
              <a:alpha val="93725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1F148-631D-42ED-B9D3-B24399A4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715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78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Geist"/>
                <a:ea typeface="Geist"/>
                <a:cs typeface="Geist"/>
              </a:defRPr>
            </a:pPr>
            <a:r>
              <a:rPr sz="4275" b="1">
                <a:solidFill>
                  <a:srgbClr val="FFFFFF"/>
                </a:solidFill>
                <a:latin typeface="Geist"/>
                <a:ea typeface="Geist"/>
                <a:cs typeface="Geist"/>
              </a:rPr>
              <a:t>Informação é o ponto de partida.</a:t>
            </a:r>
          </a:p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Geist"/>
                <a:ea typeface="Geist"/>
                <a:cs typeface="Geist"/>
              </a:defRPr>
            </a:pPr>
            <a:r>
              <a:rPr sz="4275" b="1">
                <a:solidFill>
                  <a:srgbClr val="FFFFFF"/>
                </a:solidFill>
                <a:latin typeface="Geist"/>
                <a:ea typeface="Geist"/>
                <a:cs typeface="Geist"/>
              </a:rPr>
              <a:t>Clareza devolve poder de decisão.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32440-4670-4170-9ADE-5583977B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C8FF"/>
                </a:solidFill>
                <a:latin typeface="Geist Mono"/>
                <a:ea typeface="Geist Mono"/>
                <a:cs typeface="Geist Mono"/>
              </a:defRPr>
            </a:pPr>
            <a:r>
              <a:rPr sz="1275" b="0">
                <a:solidFill>
                  <a:srgbClr val="5AC8FF"/>
                </a:solidFill>
                <a:latin typeface="Geist Mono"/>
                <a:ea typeface="Geist Mono"/>
                <a:cs typeface="Geist Mono"/>
              </a:rPr>
              <a:t>condo.ninja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4430c6ccf468f"/>
          <a:stretch xmlns:a="http://schemas.openxmlformats.org/drawingml/2006/main"/>
        </p:blipFill>
        <p:spPr>
          <a:xfrm xmlns:a="http://schemas.openxmlformats.org/drawingml/2006/main">
            <a:off x="9429750" y="2383631"/>
            <a:ext cx="1428750" cy="17859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8DA4B-08B0-4CB5-9F5A-D674058D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B0D0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9AB0D0"/>
                </a:solidFill>
                <a:latin typeface="Geist Mono"/>
                <a:ea typeface="Geist Mono"/>
                <a:cs typeface="Geist Mono"/>
              </a:rPr>
              <a:t>CONDO NINJA · TEMPLATE 16:9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40BB9-AF5F-432B-B7AC-A2EB5B02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B0D0"/>
                </a:solidFill>
                <a:latin typeface="Geist Mono"/>
                <a:ea typeface="Geist Mono"/>
                <a:cs typeface="Geist Mono"/>
              </a:defRPr>
            </a:pPr>
            <a:r>
              <a:rPr sz="750" b="0">
                <a:solidFill>
                  <a:srgbClr val="9AB0D0"/>
                </a:solidFill>
                <a:latin typeface="Geist Mono"/>
                <a:ea typeface="Geist Mono"/>
                <a:cs typeface="Geist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29819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2026-09-18T13:17:05.4020000Z</dcterms:created>
  <dcterms:modified xsi:type="dcterms:W3CDTF">2026-09-18T13:17:05.4020000Z</dcterms:modified>
</coreProperties>
</file>